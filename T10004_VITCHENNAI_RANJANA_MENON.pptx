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4"/>
  </p:sldMasterIdLst>
  <p:sldIdLst>
    <p:sldId id="256" r:id="rId5"/>
    <p:sldId id="261" r:id="rId6"/>
    <p:sldId id="262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D5B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0121B3-45BF-4A60-B44C-4CD4B6A495CB}" v="4" dt="2026-08-27T06:34:39.3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8682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629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3061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6022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9632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95DE8-BB4A-408C-A60C-374B496D02BA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42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983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7060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9721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035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9132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961397C-706D-4EB8-B1E1-D1B680D284C3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60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C9DF407-AAD9-4F9F-B512-267BEB339CF5}" type="datetime1">
              <a:rPr lang="en-US" smtClean="0"/>
              <a:t>8/27/2026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8116806-1FD2-4A57-B5EA-7014AB763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9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A1B8-B5F9-4807-263C-23E647A04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1956619"/>
            <a:ext cx="11497843" cy="1317523"/>
          </a:xfrm>
        </p:spPr>
        <p:txBody>
          <a:bodyPr/>
          <a:lstStyle/>
          <a:p>
            <a:r>
              <a:rPr lang="en-IN" dirty="0"/>
              <a:t>				</a:t>
            </a:r>
            <a:r>
              <a:rPr lang="en-IN" dirty="0">
                <a:solidFill>
                  <a:srgbClr val="00B0F0"/>
                </a:solidFill>
              </a:rPr>
              <a:t>Zeroth Review</a:t>
            </a:r>
            <a:endParaRPr lang="en-IN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F1FFAB-53E7-4AE0-3794-770DA196B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4001729"/>
            <a:ext cx="11612880" cy="2508799"/>
          </a:xfrm>
        </p:spPr>
        <p:txBody>
          <a:bodyPr/>
          <a:lstStyle/>
          <a:p>
            <a:r>
              <a:rPr lang="en-IN" sz="2000" dirty="0">
                <a:solidFill>
                  <a:srgbClr val="002060"/>
                </a:solidFill>
              </a:rPr>
              <a:t>Done By</a:t>
            </a:r>
          </a:p>
          <a:p>
            <a:r>
              <a:rPr lang="en-IN" sz="2000" dirty="0">
                <a:solidFill>
                  <a:srgbClr val="002060"/>
                </a:solidFill>
              </a:rPr>
              <a:t>Name : Ranjana Menon</a:t>
            </a:r>
          </a:p>
          <a:p>
            <a:r>
              <a:rPr lang="en-IN" sz="2000" dirty="0">
                <a:solidFill>
                  <a:srgbClr val="002060"/>
                </a:solidFill>
              </a:rPr>
              <a:t>Registration No : 25MAS1013</a:t>
            </a:r>
          </a:p>
          <a:p>
            <a:r>
              <a:rPr lang="en-IN" sz="2000" dirty="0">
                <a:solidFill>
                  <a:srgbClr val="002060"/>
                </a:solidFill>
              </a:rPr>
              <a:t>Institute Name : VIT Chennai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01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D4FD-ADBD-84A6-67F9-BD4875F4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4577"/>
            <a:ext cx="11782269" cy="544143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IN" sz="27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PROJECT-1 :</a:t>
            </a:r>
            <a:r>
              <a:rPr lang="en-IN" sz="2700" b="1" dirty="0">
                <a:solidFill>
                  <a:srgbClr val="FF6600"/>
                </a:solidFill>
              </a:rPr>
              <a:t> </a:t>
            </a:r>
            <a:r>
              <a:rPr lang="en-IN" sz="27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PHARMAGUARD – INTELLIGENT PHARMACEUTICAL KNOWLEDGE &amp; MEDICATION SAFETY PLATFORM</a:t>
            </a:r>
            <a:br>
              <a:rPr lang="en-IN" sz="22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endParaRPr lang="en-IN" dirty="0">
              <a:solidFill>
                <a:srgbClr val="FF66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C4D86-418E-4131-2DA0-F3C527FC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068" y="944380"/>
            <a:ext cx="5621312" cy="490628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8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 </a:t>
            </a:r>
            <a:r>
              <a:rPr lang="en-IN" sz="2000" b="1" dirty="0">
                <a:solidFill>
                  <a:srgbClr val="FFD5B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Scattered drug information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manual search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of unsupported LLM responses</a:t>
            </a:r>
          </a:p>
          <a:p>
            <a:pPr marL="0" indent="0">
              <a:buNone/>
            </a:pPr>
            <a:r>
              <a:rPr lang="en-IN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: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NLP : - Drug  &amp; intent extraction</a:t>
            </a: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.RAG :- Relevant evidence retrieval</a:t>
            </a:r>
          </a:p>
          <a:p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LLM :- Grounded answers + sources</a:t>
            </a:r>
          </a:p>
        </p:txBody>
      </p:sp>
    </p:spTree>
    <p:extLst>
      <p:ext uri="{BB962C8B-B14F-4D97-AF65-F5344CB8AC3E}">
        <p14:creationId xmlns:p14="http://schemas.microsoft.com/office/powerpoint/2010/main" val="3589497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E48F4-E9C2-3F19-D276-301714B9B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2531" y="344774"/>
            <a:ext cx="6445771" cy="5996065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 :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DailyMed – Drug Labels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2.SIDER – Adverse Reactions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3.MedQuaD – QA Evaluation</a:t>
            </a:r>
          </a:p>
          <a:p>
            <a:pPr marL="0" indent="0">
              <a:buNone/>
            </a:pPr>
            <a:endParaRPr lang="en-GB" sz="2000" b="1" dirty="0">
              <a:solidFill>
                <a:srgbClr val="FFD5B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| NLP | RAG | LLM | LangChain | FIASS| FastAPI | Streamlit</a:t>
            </a:r>
          </a:p>
          <a:p>
            <a:pPr marL="0" indent="0">
              <a:buNone/>
            </a:pPr>
            <a:endParaRPr lang="en-GB" sz="2000" b="1" dirty="0">
              <a:solidFill>
                <a:srgbClr val="FFD5B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:</a:t>
            </a:r>
          </a:p>
          <a:p>
            <a:pPr marL="342900" indent="-342900">
              <a:buAutoNum type="arabicPeriod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information retrieval</a:t>
            </a:r>
          </a:p>
          <a:p>
            <a:pPr marL="342900" indent="-342900">
              <a:buAutoNum type="arabicPeriod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Evidence-grounded responses</a:t>
            </a:r>
          </a:p>
          <a:p>
            <a:pPr marL="342900" indent="-342900">
              <a:buAutoNum type="arabicPeriod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traceability</a:t>
            </a:r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50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B4DF-DDD0-01D9-7952-A071960E2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9764"/>
            <a:ext cx="11527436" cy="82895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2 :-TRAVELIQ-INTELLIGENT TRAVEL DISRUPTION ,HOSPITALITY AND MOBILITY MANAGEMENT SYSTEM </a:t>
            </a:r>
            <a:br>
              <a:rPr lang="en-IN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8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AF94B-0417-0381-93A7-21F075E4D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7560" y="1188719"/>
            <a:ext cx="6370820" cy="4912278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sz="20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:-</a:t>
            </a:r>
          </a:p>
          <a:p>
            <a:pPr marL="342900" indent="-342900">
              <a:buAutoNum type="arabicPeriod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travel Itineraries</a:t>
            </a:r>
          </a:p>
          <a:p>
            <a:pPr marL="342900" indent="-342900">
              <a:buAutoNum type="arabicPeriod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 weather / transport conditions</a:t>
            </a:r>
          </a:p>
          <a:p>
            <a:pPr marL="342900" indent="-342900">
              <a:buAutoNum type="arabicPeriod"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multi-constraint planning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:-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MULTI-AGENT AI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1.Collaborative travel agents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2.Dynamic itinerary replanning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1.Understand user preferences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2.Reason &amp; coordinate agent actions</a:t>
            </a:r>
            <a:endParaRPr lang="en-IN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813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7687-8882-E898-E2EB-B0579E0CB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462" y="-749507"/>
            <a:ext cx="7899817" cy="813353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1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DATASETS/SOURCES</a:t>
            </a: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Reviews – Preferences</a:t>
            </a: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Data – Hotels &amp; Prices</a:t>
            </a: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Attractions – Places &amp; Ratings</a:t>
            </a: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GTFS – Transport</a:t>
            </a: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Weather API – Conditions</a:t>
            </a:r>
          </a:p>
          <a:p>
            <a:pPr marL="342900" indent="-342900">
              <a:buAutoNum type="arabicPeriod"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OpenStreetMap – Routes</a:t>
            </a:r>
          </a:p>
          <a:p>
            <a:pPr marL="0" indent="0">
              <a:buNone/>
            </a:pPr>
            <a:endParaRPr lang="en-GB" sz="1400" b="1" dirty="0">
              <a:solidFill>
                <a:srgbClr val="FFD5B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pPr marL="0" indent="0">
              <a:buNone/>
            </a:pPr>
            <a:r>
              <a:rPr lang="en-GB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| LLM | LangGraph | LangChain | APIs| SQLite | FastAPI | Streamlit</a:t>
            </a:r>
          </a:p>
          <a:p>
            <a:pPr marL="0" indent="0">
              <a:buNone/>
            </a:pPr>
            <a:endParaRPr lang="en-GB" sz="1400" b="1" dirty="0">
              <a:solidFill>
                <a:srgbClr val="FFD5B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4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 marL="342900" indent="-342900">
              <a:buAutoNum type="arabicPeriod"/>
            </a:pPr>
            <a:r>
              <a:rPr lang="en-I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itineraries</a:t>
            </a:r>
          </a:p>
          <a:p>
            <a:pPr marL="342900" indent="-342900">
              <a:buAutoNum type="arabicPeriod"/>
            </a:pPr>
            <a:r>
              <a:rPr lang="en-I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collaboration</a:t>
            </a:r>
          </a:p>
          <a:p>
            <a:pPr marL="342900" indent="-342900">
              <a:buAutoNum type="arabicPeriod"/>
            </a:pPr>
            <a:r>
              <a:rPr lang="en-IN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travel replanning</a:t>
            </a:r>
          </a:p>
        </p:txBody>
      </p:sp>
    </p:spTree>
    <p:extLst>
      <p:ext uri="{BB962C8B-B14F-4D97-AF65-F5344CB8AC3E}">
        <p14:creationId xmlns:p14="http://schemas.microsoft.com/office/powerpoint/2010/main" val="2130497141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EE3D50A1A2844A940F2932E65CA437" ma:contentTypeVersion="4" ma:contentTypeDescription="Create a new document." ma:contentTypeScope="" ma:versionID="bccc5afad4a3e55bddf333c23460b1c6">
  <xsd:schema xmlns:xsd="http://www.w3.org/2001/XMLSchema" xmlns:xs="http://www.w3.org/2001/XMLSchema" xmlns:p="http://schemas.microsoft.com/office/2006/metadata/properties" xmlns:ns3="1b859074-22c2-474a-8bac-aa52a71660f9" targetNamespace="http://schemas.microsoft.com/office/2006/metadata/properties" ma:root="true" ma:fieldsID="b63d084e24ba200217189d0062775127" ns3:_="">
    <xsd:import namespace="1b859074-22c2-474a-8bac-aa52a71660f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59074-22c2-474a-8bac-aa52a71660f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A336B4-3ED7-4AAA-A788-8575242729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859074-22c2-474a-8bac-aa52a71660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21DC78-5836-45B3-8830-054375422FEA}">
  <ds:schemaRefs>
    <ds:schemaRef ds:uri="1b859074-22c2-474a-8bac-aa52a71660f9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DBD905D1-8116-47C6-8630-CD4CBA8AD7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535</TotalTime>
  <Words>230</Words>
  <Application>Microsoft Office PowerPoint</Application>
  <PresentationFormat>Widescreen</PresentationFormat>
  <Paragraphs>55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Corbel</vt:lpstr>
      <vt:lpstr>Times New Roman</vt:lpstr>
      <vt:lpstr>Wingdings 2</vt:lpstr>
      <vt:lpstr>Frame</vt:lpstr>
      <vt:lpstr>    Zeroth Review</vt:lpstr>
      <vt:lpstr>PROJECT-1 : PHARMAGUARD – INTELLIGENT PHARMACEUTICAL KNOWLEDGE &amp; MEDICATION SAFETY PLATFORM  </vt:lpstr>
      <vt:lpstr>PowerPoint Presentation</vt:lpstr>
      <vt:lpstr>PROJECT 2 :-TRAVELIQ-INTELLIGENT TRAVEL DISRUPTION ,HOSPITALITY AND MOBILITY MANAGEMENT SYSTEM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Ranjana Menon</dc:creator>
  <cp:lastModifiedBy>Ranjana Menon</cp:lastModifiedBy>
  <cp:revision>4</cp:revision>
  <dcterms:created xsi:type="dcterms:W3CDTF">2026-08-24T16:07:30Z</dcterms:created>
  <dcterms:modified xsi:type="dcterms:W3CDTF">2026-08-27T09:01:47Z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0x01010039EE3D50A1A2844A940F2932E65CA437</vt:lpwstr>
  </property>
</Properties>
</file>